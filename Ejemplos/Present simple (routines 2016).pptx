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95" r:id="rId12"/>
    <p:sldId id="294" r:id="rId13"/>
    <p:sldId id="293" r:id="rId14"/>
    <p:sldId id="287" r:id="rId15"/>
    <p:sldId id="288" r:id="rId16"/>
    <p:sldId id="290" r:id="rId17"/>
    <p:sldId id="291" r:id="rId18"/>
    <p:sldId id="289" r:id="rId19"/>
    <p:sldId id="292" r:id="rId20"/>
    <p:sldId id="296" r:id="rId21"/>
    <p:sldId id="298" r:id="rId22"/>
    <p:sldId id="269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07" autoAdjust="0"/>
  </p:normalViewPr>
  <p:slideViewPr>
    <p:cSldViewPr>
      <p:cViewPr>
        <p:scale>
          <a:sx n="100" d="100"/>
          <a:sy n="100" d="100"/>
        </p:scale>
        <p:origin x="-504" y="4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646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C2623-6287-46C9-B4EC-90D7B931E7E5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93E1D-1DDB-4E08-B6BF-3B5BAA31F973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C0CE9-535A-4FE2-AC55-75397EE088A6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EB6E8-3F4C-4E25-86CB-AAF9AE33E6F0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EB6E8-3F4C-4E25-86CB-AAF9AE33E6F0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EB6E8-3F4C-4E25-86CB-AAF9AE33E6F0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E134-B8DB-467E-ACC6-3401C4391636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3FCB-C754-411E-8331-18EC356838B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E134-B8DB-467E-ACC6-3401C4391636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3FCB-C754-411E-8331-18EC356838B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E134-B8DB-467E-ACC6-3401C4391636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3FCB-C754-411E-8331-18EC356838B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E134-B8DB-467E-ACC6-3401C4391636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3FCB-C754-411E-8331-18EC356838B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E134-B8DB-467E-ACC6-3401C4391636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3FCB-C754-411E-8331-18EC356838B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E134-B8DB-467E-ACC6-3401C4391636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3FCB-C754-411E-8331-18EC356838B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E134-B8DB-467E-ACC6-3401C4391636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3FCB-C754-411E-8331-18EC356838B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E134-B8DB-467E-ACC6-3401C4391636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3FCB-C754-411E-8331-18EC356838B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E134-B8DB-467E-ACC6-3401C4391636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3FCB-C754-411E-8331-18EC356838B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E134-B8DB-467E-ACC6-3401C4391636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3FCB-C754-411E-8331-18EC356838B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E134-B8DB-467E-ACC6-3401C4391636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3FCB-C754-411E-8331-18EC356838B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1E134-B8DB-467E-ACC6-3401C4391636}" type="datetimeFigureOut">
              <a:rPr lang="en-US" smtClean="0"/>
              <a:t>3/3/2016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53FCB-C754-411E-8331-18EC356838BD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Imagen 18" descr="http://static8.depositphotos.com/1000792/1037/v/950/depositphotos_10378491-Dog-and-Cat-having-a-bath.jpg?download=tru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1772816"/>
            <a:ext cx="3096344" cy="2736304"/>
          </a:xfrm>
          <a:prstGeom prst="rect">
            <a:avLst/>
          </a:prstGeom>
          <a:noFill/>
        </p:spPr>
      </p:pic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2483768" y="1484784"/>
            <a:ext cx="323851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1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71" name="Rectangle 47"/>
          <p:cNvSpPr>
            <a:spLocks noChangeArrowheads="1"/>
          </p:cNvSpPr>
          <p:nvPr/>
        </p:nvSpPr>
        <p:spPr bwMode="auto">
          <a:xfrm>
            <a:off x="468313" y="9366250"/>
            <a:ext cx="5610225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Simple present tense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73" name="Rectangle 4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74" name="Rectangle 50"/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92" name="Rectangle 68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93" name="Rectangle 69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409825" algn="l"/>
              </a:tabLst>
            </a:pPr>
            <a:endParaRPr kumimoji="0" 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409825" algn="l"/>
              </a:tabLst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409825" algn="l"/>
              </a:tabLst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image.shutterstock.com/z/stock-photo-cool-musical-band-isolated-on-white-background-60364543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1916832"/>
            <a:ext cx="3744416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37"/>
          <p:cNvSpPr>
            <a:spLocks noChangeArrowheads="1"/>
          </p:cNvSpPr>
          <p:nvPr/>
        </p:nvSpPr>
        <p:spPr bwMode="auto">
          <a:xfrm>
            <a:off x="2627784" y="1628800"/>
            <a:ext cx="323850" cy="3006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2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s3.amazonaws.com/dostuff-production/property_assets/2551/eating_alone_austin.jpe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1772817"/>
            <a:ext cx="3528392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2051720" y="1196752"/>
            <a:ext cx="720080" cy="58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8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www.blogcdn.com/estilo.aollatino.com/media/2010/10/hombre-vistiendose-456.jpg"/>
          <p:cNvPicPr/>
          <p:nvPr/>
        </p:nvPicPr>
        <p:blipFill>
          <a:blip r:embed="rId2" cstate="print"/>
          <a:srcRect l="17544" r="1096" b="5042"/>
          <a:stretch>
            <a:fillRect/>
          </a:stretch>
        </p:blipFill>
        <p:spPr bwMode="auto">
          <a:xfrm>
            <a:off x="2555776" y="1700808"/>
            <a:ext cx="3384376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483768" y="1268760"/>
            <a:ext cx="323850" cy="3006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9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previews.123rf.com/images/moodboard/moodboard1304/moodboard130409938/18899130-Man-watching-television-sitting-on-sofa-in-living-room-back-view-Stock-Photo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1556792"/>
            <a:ext cx="4032447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2267744" y="1124744"/>
            <a:ext cx="576064" cy="360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11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s://c2.staticflickr.com/6/5086/5329569839_3717909723_z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340768"/>
            <a:ext cx="4392488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547664" y="764704"/>
            <a:ext cx="576064" cy="51663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13</a:t>
            </a:r>
            <a:endParaRPr kumimoji="0" 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www.schopedental.com/wp-content/uploads/2014/07/how-long-brush-teeth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484784"/>
            <a:ext cx="4032448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763688" y="1124744"/>
            <a:ext cx="651942" cy="37261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19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img.emol.com/2011/04/23/File_201142318294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1412776"/>
            <a:ext cx="3888431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2051720" y="620688"/>
            <a:ext cx="576064" cy="44462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20</a:t>
            </a:r>
            <a:endParaRPr kumimoji="0" 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schools.graniteschools.org/bridger/files/2013/10/childwalk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1628800"/>
            <a:ext cx="4104455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2771800" y="1556792"/>
            <a:ext cx="563513" cy="51514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2</a:t>
            </a:r>
            <a:endParaRPr kumimoji="0" lang="en-US" sz="6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cordopolis.es/wp-content/uploads/2015/11/BusCiudadJardin1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2132856"/>
            <a:ext cx="3600399" cy="2664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2847975" y="1581150"/>
            <a:ext cx="323850" cy="3356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3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appy laughing student studying"/>
          <p:cNvPicPr/>
          <p:nvPr/>
        </p:nvPicPr>
        <p:blipFill>
          <a:blip r:embed="rId2" cstate="print"/>
          <a:srcRect b="5498"/>
          <a:stretch>
            <a:fillRect/>
          </a:stretch>
        </p:blipFill>
        <p:spPr bwMode="auto">
          <a:xfrm>
            <a:off x="2915816" y="2060848"/>
            <a:ext cx="2736304" cy="2664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2771800" y="1700808"/>
            <a:ext cx="323850" cy="360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4</a:t>
            </a:r>
            <a:endParaRPr kumimoji="0" 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pad3.whstatic.com/images/thumb/0/00/Find-a-True-Friend-Step-2Bullet1.jpg/670px-Find-a-True-Friend-Step-2Bullet1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1700808"/>
            <a:ext cx="3384376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2339752" y="1412776"/>
            <a:ext cx="504056" cy="38365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6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i.promecal.es/IMG/2012/5E900C43-A8CB-1667-AF3C9DBD6D564E4D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08" y="1556792"/>
            <a:ext cx="3240360" cy="3096344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915816" y="1052736"/>
            <a:ext cx="323850" cy="3927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7</a:t>
            </a:r>
            <a:endParaRPr kumimoji="0" lang="en-US" sz="6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usahispanicpress.com/wp-content/uploads/2015/10/familia-desayunando-2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1916832"/>
            <a:ext cx="324036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2555776" y="1484784"/>
            <a:ext cx="323850" cy="360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8</a:t>
            </a:r>
            <a:endParaRPr kumimoji="0" lang="en-US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cliparts.co/cliparts/5cR/KLb/5cRKLbBMi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2895600"/>
            <a:ext cx="3816424" cy="2477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2843808" y="2348880"/>
            <a:ext cx="648072" cy="28803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10</a:t>
            </a:r>
            <a:endParaRPr kumimoji="0" 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quickblox.com/wp-content/uploads/2012/04/scr1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08" y="1556792"/>
            <a:ext cx="2213967" cy="2736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2843808" y="1124744"/>
            <a:ext cx="504056" cy="360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12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s://encrypted-tbn0.gstatic.com/images?q=tbn:ANd9GcS0AkYplGTS9SXhGQyBQOdH_JEEtDkXWEnAt4dCNBEaawe0LeYl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1772816"/>
            <a:ext cx="3528392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2339752" y="1268760"/>
            <a:ext cx="504056" cy="432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14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images.clipartpanda.com/arrival-clipart-clip-art-walking-104285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1700808"/>
            <a:ext cx="2376264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2699792" y="1124744"/>
            <a:ext cx="651495" cy="45605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15</a:t>
            </a:r>
            <a:endParaRPr kumimoji="0" lang="en-US" sz="6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www.cglearn.it/mysite/wp-content/uploads/2012/07/go_to_bed2.jpg"/>
          <p:cNvPicPr/>
          <p:nvPr/>
        </p:nvPicPr>
        <p:blipFill>
          <a:blip r:embed="rId2" cstate="print"/>
          <a:srcRect l="11702" t="4651" r="10106" b="20155"/>
          <a:stretch>
            <a:fillRect/>
          </a:stretch>
        </p:blipFill>
        <p:spPr bwMode="auto">
          <a:xfrm>
            <a:off x="2843809" y="1340768"/>
            <a:ext cx="3744416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2915816" y="980728"/>
            <a:ext cx="565770" cy="432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16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www.thezerosbeforetheone.com/wordpress/wp-content/uploads/2012/07/How-To-Get-A-Date-in-28-Days-Cover-Image-300x265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1340768"/>
            <a:ext cx="3240360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3059832" y="908720"/>
            <a:ext cx="508620" cy="41302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17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http://www.valeregalo.com/objects-teasing/cena_restaurante_vino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2132856"/>
            <a:ext cx="2952327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2267744" y="1628800"/>
            <a:ext cx="576064" cy="432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18</a:t>
            </a:r>
            <a:endParaRPr kumimoji="0" 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1" descr="Routines (3)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60648"/>
            <a:ext cx="8136904" cy="60932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</TotalTime>
  <Words>26</Words>
  <Application>Microsoft Office PowerPoint</Application>
  <PresentationFormat>Presentación en pantalla (4:3)</PresentationFormat>
  <Paragraphs>26</Paragraphs>
  <Slides>22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3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  <vt:lpstr>Diapositiva 19</vt:lpstr>
      <vt:lpstr>Diapositiva 20</vt:lpstr>
      <vt:lpstr>Diapositiva 21</vt:lpstr>
      <vt:lpstr>Diapositiva 22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Claudia Lorena Rojas Arlegui</dc:creator>
  <cp:lastModifiedBy>Claudia Lorena Rojas Arlegui</cp:lastModifiedBy>
  <cp:revision>21</cp:revision>
  <dcterms:created xsi:type="dcterms:W3CDTF">2016-03-03T18:15:43Z</dcterms:created>
  <dcterms:modified xsi:type="dcterms:W3CDTF">2016-03-04T11:06:29Z</dcterms:modified>
</cp:coreProperties>
</file>